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31</Words>
  <Application>Microsoft Macintosh PowerPoint</Application>
  <PresentationFormat>Widescreen</PresentationFormat>
  <Paragraphs>31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🧬 Cancer Data Sharing AI Chatbot</dc:title>
  <dc:subject>PptxGenJS Presentation</dc:subject>
  <dc:creator>Created by Marp</dc:creator>
  <cp:lastModifiedBy>Chen, Yizhen (NIH/NCI) [C]</cp:lastModifiedBy>
  <cp:revision>2</cp:revision>
  <dcterms:created xsi:type="dcterms:W3CDTF">2025-11-24T15:31:26Z</dcterms:created>
  <dcterms:modified xsi:type="dcterms:W3CDTF">2025-11-24T16:20:52Z</dcterms:modified>
</cp:coreProperties>
</file>